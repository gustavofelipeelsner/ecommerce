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377440"/>
            <a:ext cx="12188952" cy="54864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FFFFF"/>
                </a:solidFill>
              </a:rPr>
              <a:t>🛒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645920" y="5943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Previsão de Vendas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em E-commerce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645920" y="2514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BD9E9"/>
                </a:solidFill>
              </a:rPr>
              <a:t>Como a Inteligência Artificial pode prever o valor de um pedido antes de ele ser pago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645920" y="3657600"/>
            <a:ext cx="3017520" cy="5029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367588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Regressão Linear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0" y="3657600"/>
            <a:ext cx="3017520" cy="5029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367588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Random Forest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0" y="3657600"/>
            <a:ext cx="3017520" cy="5029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67588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XGBoost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0" y="6217920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Dataset: 100.000 pedidos reais  ·  Olist  ·  2016–2018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Qual é o Problema?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5029200" cy="20116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7160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R$ 185 bi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2331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faturados pelo e-commerce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brasileiro em 2023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0720" y="1280160"/>
            <a:ext cx="6035040" cy="20116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32588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</a:rPr>
              <a:t>❓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760720" y="201168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Como saber quanto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um cliente vai pagar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antes de finalizar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 pedido?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" y="35661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3A5C"/>
                </a:solidFill>
              </a:rPr>
              <a:t>Por que isso importa?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411480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4160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C3E5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Planejar receita com antecedência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411480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4160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C3E50"/>
                </a:solidFill>
              </a:rPr>
              <a:t>📦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297680" y="4754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Organizar logística e estoque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0" y="411480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4160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C3E50"/>
                </a:solidFill>
              </a:rPr>
              <a:t>🎯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229600" y="4754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Criar ofertas personalizadas para cada cliente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Que Fizemos?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2C3E50"/>
                </a:solidFill>
              </a:rPr>
              <a:t>Treinamos uma IA com 94.562 pedidos reais para aprender os padrões de compra.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74320" y="2011680"/>
            <a:ext cx="21031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011680"/>
            <a:ext cx="210312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1031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📥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4320" y="2926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Coletamos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os Dados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3566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Dataset real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Kaggle / Olist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2971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BB6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651760" y="2011680"/>
            <a:ext cx="21031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2011680"/>
            <a:ext cx="210312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21031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🧹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51760" y="2926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Limpamos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os Dados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51760" y="3566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Removemos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erros e anomalias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971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BB6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21031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011680"/>
            <a:ext cx="210312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21031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🔧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029200" y="2926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Criamos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Variáveis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0" y="3566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Extraímos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padrões ocultos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32320" y="2971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BB6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406640" y="2011680"/>
            <a:ext cx="21031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2011680"/>
            <a:ext cx="210312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21031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🤖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406640" y="2926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Treinamos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a IA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06640" y="3566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3 algoritmos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diferentes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BB6"/>
                </a:solidFill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784080" y="2011680"/>
            <a:ext cx="21031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2011680"/>
            <a:ext cx="210312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84080" y="21031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🏆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9784080" y="2926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Comparamos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os Resultados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35661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Escolhemos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</a:rPr>
              <a:t>o melhor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7F8C8D"/>
                </a:solidFill>
              </a:rPr>
              <a:t>⏱  Tempo total de execução: ~1 minuto e 40 segundos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 Onde Vieram os Dados?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11430000" cy="6400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16736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Brazilian E-Commerce Dataset — Olist (Kaggle)  ·  Dados 100% reais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2651760" cy="14173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221992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94.562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2862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Pedidos utilizados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10128" y="2148840"/>
            <a:ext cx="2651760" cy="14173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2221992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 anos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10128" y="2862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2016 a 2018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2148840"/>
            <a:ext cx="2651760" cy="14173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221992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54496" y="2862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Estados do Brasil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98864" y="2148840"/>
            <a:ext cx="2651760" cy="14173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98864" y="2221992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98864" y="28620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Categorias de produto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O que cada pedido nos conta: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65760" y="434340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389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C3E50"/>
                </a:solidFill>
              </a:rPr>
              <a:t>🛍️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65760" y="49834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Quais produtos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foram comprados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24912" y="434340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24912" y="4389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C3E50"/>
                </a:solidFill>
              </a:rPr>
              <a:t>📍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2724912" y="49834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Onde mora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o cliente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84064" y="434340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84064" y="4389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C3E50"/>
                </a:solidFill>
              </a:rPr>
              <a:t>💳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084064" y="49834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Como vai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pagar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443216" y="434340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43216" y="4389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C3E50"/>
                </a:solidFill>
              </a:rPr>
              <a:t>📦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443216" y="49834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Peso e tamanho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dos produtos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02368" y="434340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02368" y="43891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C3E50"/>
                </a:solidFill>
              </a:rPr>
              <a:t>🚚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802368" y="49834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Valor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do frete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Como a IA Aprende?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Mostramos para o modelo milhares de pedidos onde já sabíamos o valor final.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Ele foi descobrindo sozinho quais características mais influenciam o preço.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423160"/>
            <a:ext cx="7315200" cy="18288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48716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🎓  80% dos pedidos — Treinamento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IA aprende os padrões aqui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55280" y="2423160"/>
            <a:ext cx="3840480" cy="1828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248716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🧪  20% — Teste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0" y="30175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Avaliamos se acertou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pedidos nunca vistos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389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75.649 pedidos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4389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</a:rPr>
              <a:t>18.913 pedidos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5029200"/>
            <a:ext cx="11430000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512064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💡  É como estudar com exercícios resolvidos (treino) e depois fazer a prova com questões novas (teste).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Modelo 1: Regressão Linear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A ideia mais simples: se o preço do produto aumenta, o valor do pedido aumenta na mesma proporção.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19456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2C3E50"/>
                </a:solidFill>
              </a:rPr>
              <a:t>📏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Pense em uma régua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365760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3E50"/>
                </a:solidFill>
              </a:rPr>
              <a:t>O modelo traça a melhor linha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C3E50"/>
                </a:solidFill>
              </a:rPr>
              <a:t>reta que passa pelo meio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C3E50"/>
                </a:solidFill>
              </a:rPr>
              <a:t>de todos os pedidos.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35040" y="210312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Características: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65176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2697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O mais simples e rápido de treinar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0" y="342900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Fácil de explicar para qualquer pessoa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Funciona muito bem quando a relação é direta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4983480"/>
            <a:ext cx="5760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5029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⚠️  Não captura comportamentos complexos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Modelo 2: Random Forest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Em vez de uma única decisão, pede a opinião de 100 "árvores de decisão" diferentes e tira a média.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19456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C3E50"/>
                </a:solidFill>
              </a:rPr>
              <a:t>🌳🌲🌴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65760" y="31089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Uma floresta de decisões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361188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É como perguntar para 100 pessoas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differentes. Cada uma vê o problema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de um ângulo diferente.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A resposta final é a média de todos.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210312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Características: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65176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2697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Mais preciso que a Regressão Linear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0" y="342900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Detecta padrões não óbvios nos dados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Resistente a dados inconsistentes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4983480"/>
            <a:ext cx="5760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5029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⚠️  Mais lento para treinar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Modelo 3: XGBoost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O modelo aprende com os próprios erros. Cada tentativa corrige o que errou na anterior.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19456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2C3E50"/>
                </a:solidFill>
              </a:rPr>
              <a:t>🎯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65760" y="31089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7E22"/>
                </a:solidFill>
              </a:rPr>
              <a:t>Aprendizado progressivo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361188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É como um estudante que refaz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as questões que errou na prova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até dominar cada uma delas.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Cada rodada fica melhor.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210312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3A5C"/>
                </a:solidFill>
              </a:rPr>
              <a:t>Características: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65176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2697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Referência em competições de dados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0" y="342900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Extremamente preciso em dados do mundo real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5760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✅  Se ajusta automaticamente aos erros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4983480"/>
            <a:ext cx="5760720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5029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C3E50"/>
                </a:solidFill>
              </a:rPr>
              <a:t>⚠️  Mais complexo e demorado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Os Resultados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ABD9E9"/>
                </a:solidFill>
              </a:rPr>
              <a:t>Testamos os 3 modelos em 18.913 pedidos que a IA nunca tinha visto antes.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3566160" cy="41148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C3E50"/>
                </a:solidFill>
              </a:rPr>
              <a:t>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Regressão Linear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3429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100%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65760" y="4206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acurácia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R$ 0,78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" y="5166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erro médio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9392" y="1920240"/>
            <a:ext cx="3566160" cy="41148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9392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C3E50"/>
                </a:solidFill>
              </a:rPr>
              <a:t>🥈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279392" y="28346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Random Forest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79392" y="3429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99,98%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279392" y="4206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acurácia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79392" y="4663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R$ 1,88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279392" y="5166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erro médio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3024" y="1920240"/>
            <a:ext cx="3566160" cy="4114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93024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C3E50"/>
                </a:solidFill>
              </a:rPr>
              <a:t>🥉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193024" y="28346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XGBoost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93024" y="34290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99,92%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acurácia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93024" y="4663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R$ 4,05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193024" y="5166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 erro médio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Qual Modelo Ganhou e Por Quê?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11430000" cy="182880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7160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🥇  Regressão Linear venceu com R² = 1,0000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Erro médio de apenas R$ 0,78 em pedidos com valor médio de R$ 145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3375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Por que um modelo simples ganhou dos mais complexos?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39319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005072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C3E50"/>
                </a:solidFill>
              </a:rPr>
              <a:t>💡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O valor final de um pedido é quase sempre: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preço dos produtos + frete. Relação direta!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39319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4005072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C3E50"/>
                </a:solidFill>
              </a:rPr>
              <a:t>📐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97680" y="4663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Quando a relação entre as variáveis é linear,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a Regressão Linear é imbatível.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3931920"/>
            <a:ext cx="36576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4005072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C3E50"/>
                </a:solidFill>
              </a:rPr>
              <a:t>✅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0" y="4663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Modelos mais complexos foram bons também,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mas não trouxeram vantagem adicional.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Que Isso Significa na Prática?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3E50"/>
                </a:solidFill>
              </a:rPr>
              <a:t>Com esse modelo, uma empresa de e-commerce poderia: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920240"/>
            <a:ext cx="265176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0116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💰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Prever Receita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2651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Saber quanto vai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faturar amanhã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com os pedidos em aberto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10128" y="192024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920240"/>
            <a:ext cx="265176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0128" y="20116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🚨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310128" y="2834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Detectar Fraudes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3383280"/>
            <a:ext cx="2651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Pedido esperado: R$ 120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Pedido recebido: R$ 1.200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→ Algo está errado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92024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54496" y="1920240"/>
            <a:ext cx="265176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54496" y="20116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🎁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254496" y="2834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Personalizar Ofertas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54496" y="3383280"/>
            <a:ext cx="2651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Dar desconto para clientes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que provavelmente fariam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pedidos de alto valor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98864" y="1920240"/>
            <a:ext cx="2651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98864" y="1920240"/>
            <a:ext cx="2651760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98864" y="201168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📊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198864" y="28346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Planejar Estoque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98864" y="3383280"/>
            <a:ext cx="2651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Antecipar quais categorias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de produto vão movimentar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3E50"/>
                </a:solidFill>
              </a:rPr>
              <a:t>mais receita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Que Aprendemos?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73152" cy="21031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463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🤖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143560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IA funciona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com dados reais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214884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Usamos 94.562 pedidos reais e obtivemos resultados excelentes.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325880"/>
            <a:ext cx="73152" cy="21031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463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📊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498080" y="143560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Simplicidade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também vence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98080" y="214884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O modelo mais simples teve o melhor desempenho neste problema.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70332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703320"/>
            <a:ext cx="73152" cy="21031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8404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🔄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554480" y="381304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O pipeline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completo importa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452628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Limpeza e preparação dos dados foram tão importantes quanto o algoritmo.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370332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703320"/>
            <a:ext cx="73152" cy="21031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38404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2C3E50"/>
                </a:solidFill>
              </a:rPr>
              <a:t>💡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498080" y="381304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Resultados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A3A5C"/>
                </a:solidFill>
              </a:rPr>
              <a:t>explicáveis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98080" y="452628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</a:rPr>
              <a:t>O valor de um pedido = preço + frete. A IA confirmou o que o senso comum dizia.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Demonstração ao Vivo 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2801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BD9E9"/>
                </a:solidFill>
              </a:rPr>
              <a:t>Execute no terminal: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143000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90195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8A6FF"/>
                </a:solidFill>
              </a:rPr>
              <a:t>python -X utf8 main.py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3063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BD9E9"/>
                </a:solidFill>
              </a:rPr>
              <a:t>O que você vai ver: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  94.562 pedidos carregados do dataset Olist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1422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  3 modelos treinados automaticamente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672584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  Tabela de comparação de resultados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5202936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  4 gráficos salvos em images/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57332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  Melhor modelo salvo em models/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145743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dirty="0">
                <a:solidFill>
                  <a:srgbClr val="2C3E50"/>
                </a:solidFill>
              </a:rPr>
              <a:t>🙏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0" y="201168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Obrigado!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0" y="292608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BD9E9"/>
                </a:solidFill>
              </a:rPr>
              <a:t>Dúvidas?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371600" y="3840480"/>
            <a:ext cx="9418320" cy="1645920"/>
          </a:xfrm>
          <a:prstGeom prst="rect">
            <a:avLst/>
          </a:prstGeom>
          <a:solidFill>
            <a:srgbClr val="2C7BB6"/>
          </a:solidFill>
          <a:ln w="12700">
            <a:solidFill>
              <a:srgbClr val="2C7B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416052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94.562 pedidos  ·  3 algoritmos  ·  R² = 1,0000  ·  Erro médio: R$ 0,78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0" y="60350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</a:rPr>
              <a:t>github.com/gustavofelipeelsner/ecommerce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2026-06-11T21:54:08Z</dcterms:created>
  <dcterms:modified xsi:type="dcterms:W3CDTF">2026-06-11T21:54:08Z</dcterms:modified>
</cp:coreProperties>
</file>